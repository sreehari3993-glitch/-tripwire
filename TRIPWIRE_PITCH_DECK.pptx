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554480"/>
            <a:ext cx="8534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EA5E9"/>
                </a:solidFill>
              </a:defRPr>
            </a:pPr>
            <a:r>
              <a:t>HACKATHON PRESENTATION | AI IN HIGHER EDUCATION</a:t>
            </a:r>
          </a:p>
          <a:p>
            <a:pPr algn="ctr">
              <a:defRPr sz="4400" b="1">
                <a:solidFill>
                  <a:srgbClr val="F8FAFC"/>
                </a:solidFill>
              </a:defRPr>
            </a:pPr>
            <a:r>
              <a:t>PROJECT TRIPWIRE</a:t>
            </a:r>
          </a:p>
          <a:p>
            <a:pPr algn="ctr">
              <a:defRPr sz="1700" b="1">
                <a:solidFill>
                  <a:srgbClr val="6366F1"/>
                </a:solidFill>
              </a:defRPr>
            </a:pPr>
            <a:r>
              <a:t>The Predictive Behavioral Intelligence Layer for Standard College ERPs</a:t>
            </a:r>
          </a:p>
          <a:p>
            <a:pPr algn="ctr">
              <a:defRPr sz="1300" i="1">
                <a:solidFill>
                  <a:srgbClr val="F8FAFC"/>
                </a:solidFill>
              </a:defRPr>
            </a:pPr>
            <a:br/>
            <a:r>
              <a:t>"Tripwire is designed to ingest attendance/academic data from standard college ERP systems (like ETLAB) rather than requiring a new platform — no new sensors, no separate student-facing app."</a:t>
            </a:r>
          </a:p>
          <a:p>
            <a:pPr algn="ctr">
              <a:defRPr sz="1100">
                <a:solidFill>
                  <a:srgbClr val="10B981"/>
                </a:solidFill>
              </a:defRPr>
            </a:pPr>
            <a:br/>
            <a:r>
              <a:t>Compatible with University Systems: KTU, Autonomous Engineering Colleges &amp; Technical Institutions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Passive ERP Blindspot: Why Colleges Fail to Catch Dropping Students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How traditional college management systems miss silent behavioral disengagement.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</a:defRPr>
            </a:pPr>
            <a:r>
              <a:t>THE CAMPUS REALITY: LATE POST-MORTEM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The 75% Debarment Shock: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Under statutory technical university regulations (e.g., KTU), students must maintain &gt;= 75% attendance. Students below 75% face condonation fines or year-back exam debarment.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ERPs are Passive Ledgers: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Current campus ERPs (like ETLAB, Linways) merely act as digital databases. They log period attendance and Series exam marks passively, but have zero predictive analytics.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Late-Stage Discovery: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Faculty and students only discover debarment status 48 hours before final exams when hall tickets are blocked—when it is mathematically impossible to attend enough classes to recover.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The Cost: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Over 25% of engineering dropouts and semester year-backs occur without prior academic warnings because disengagement starts behaviorally weeks earlier.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THE 'SILENT DRIFT' ANATOMY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Disengagement is Multi-Modal: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Students do not fail abruptly. Decline starts with subtle, connected behavioral micro-drifts 3 to 6 weeks before academic distress manifests in exam halls.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Morning Absence Anomaly: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A student begins routinely missing Period 1 (morning) lectures while attending afternoon classes—a primary indicator of sleep disorders or isolation.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Submission Latency Creep: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Assignments that were previously turned in 2 hours early begin arriving 18 to 48 hours late, signaling acute cognitive overload.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Faculty Triage Paralysis: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With 60 to 120 students per classroom, faculty advisors cannot manually cross-correlate attendance sheets, homework timestamps, and LMS clicks without automated intelligence.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2. TARGET USERS / STAKEHOLDERS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Academic Stakeholder Matrix: Transforming Roles from Reactive to Proactive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Empowering educators, administrators, and students with dignified early intervention.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078992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10149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Faculty Advisors &amp; Mentors (Primary Users)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Pain Point: Overburdened with administrative data entry; blind to quiet student disengagement until exams.</a:t>
            </a:r>
            <a:br/>
            <a:r>
              <a:t>Tripwire Value: A triaged Risk Radar surfacing at-risk students in seconds, 1-click batch attendance register, and pre-computed actionable intervention targets.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0048"/>
            <a:ext cx="10728655" cy="1078992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10149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Course Instructors &amp; Subject Lecturers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Pain Point: Cannot identify which students are falling behind across multi-section classes.</a:t>
            </a:r>
            <a:br/>
            <a:r>
              <a:t>Tripwire Value: Instant multi-period classroom attendance marking with automated real-time velocity recomputation and morning absence detection.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77056"/>
            <a:ext cx="10728655" cy="1078992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950208"/>
            <a:ext cx="10149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Heads of Department (HOD) &amp; Academic Deans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Pain Point: Lack department-wide compliance visibility; discover high failure rates only at semester audit.</a:t>
            </a:r>
            <a:br/>
            <a:r>
              <a:t>Tripwire Value: Real-time cohort health distribution heatmaps, faculty intervention velocity audits, and retention compliance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84064"/>
            <a:ext cx="10728655" cy="1078992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57216"/>
            <a:ext cx="10149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Students (Direct Beneficiaries)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Pain Point: Trapped by unexpected exam debarment; public 'high risk' labels cause shame and stereotype threat.</a:t>
            </a:r>
            <a:br/>
            <a:r>
              <a:t>Tripwire Value: A private, dignified safety net. Students are never publicly labeled or stigmatized; approved medical/duty leaves are mathematically protected.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3. EXISTING GAPS OR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Why Standard College ERPs (Like ETLAB) &amp; Generic EWS Fall Short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Four critical structural limitations that leave institutions vulnerable to student dropout.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1. Purely Passive Ledger Design</a:t>
            </a:r>
          </a:p>
          <a:p>
            <a:br/>
            <a:pPr>
              <a:defRPr sz="1050">
                <a:solidFill>
                  <a:srgbClr val="94A3B8"/>
                </a:solidFill>
              </a:defRPr>
            </a:pPr>
            <a:r>
              <a:t>College ERPs like ETLAB function strictly as administrative databases. They record daily attendance and marks accurately, but offer zero velocity modeling. They tell faculty where a student was yesterday, but cannot predict where they are heading next month.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2. Blunt Universal 75% Cutoffs</a:t>
            </a:r>
          </a:p>
          <a:p>
            <a:br/>
            <a:pPr>
              <a:defRPr sz="1050">
                <a:solidFill>
                  <a:srgbClr val="94A3B8"/>
                </a:solidFill>
              </a:defRPr>
            </a:pPr>
            <a:r>
              <a:t>Traditional systems only sound alarms when attendance crosses 75%. They completely miss an honors student whose attendance rapidly plummets from 98% to 76% (an acute crisis), while continually flagging chronic 72% students whose performance is stable.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7764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3. Alert Fatigue from Transient Noise</a:t>
            </a:r>
          </a:p>
          <a:p>
            <a:br/>
            <a:pPr>
              <a:defRPr sz="1050">
                <a:solidFill>
                  <a:srgbClr val="94A3B8"/>
                </a:solidFill>
              </a:defRPr>
            </a:pPr>
            <a:r>
              <a:t>Rule-based platforms treat every single absence equally. A 2-day bout of food poisoning triggers immediate warning emails, overwhelming professors with false alarms and causing them to ignore genuine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4048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97764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4. Black-Box Opacity &amp; No Actionable Guidance</a:t>
            </a:r>
          </a:p>
          <a:p>
            <a:br/>
            <a:pPr>
              <a:defRPr sz="1050">
                <a:solidFill>
                  <a:srgbClr val="94A3B8"/>
                </a:solidFill>
              </a:defRPr>
            </a:pPr>
            <a:r>
              <a:t>Predictive learning analytics tools output opaque risk scores ('0.84 High Risk') without explanation. Faculty mentors are left asking: 'Why was Rahul flagged, and what specific action can I ask him to take to recover?'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Tripwire: The Behavioral Early-Warning Intelligence Layer for College ERPs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 lightweight, mathematically rigorous AI layer that seamlessly supercharges systems like ETLAB.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HOW TRIPWIRE INTEGRATES WITH STANDARD COLLEGE ERPs (ETLAB, LINWAYS)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✔ Non-Disruptive ERP Integration: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Colleges do not need to replace their existing ERP (ETLAB/Linways). Tripwire sits as an intelligent microservice layer, continuously ingesting period attendance, assignment submission logs, and approved medical leaves via standard APIs or batch sync.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✔ The Dynamic Velocity Index (DVI):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Replaces blunt universal cutoffs with personal baseline modeling. Evaluates relative rate-of-change across 3 rolling vectors: Attendance Drift (40%), Submission Delay Drift (35%), and LMS Engagement Drift (25%).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✔ Noise-Suppression via EWMA: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Exponentially Weighted Moving Average smoothing (alpha=0.35) filters out 1-off transient shocks (flu, single exam week) while isolating genuine, sustained multi-week behavioral decline.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✔ Counterfactual Explainable AI (XAI):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Computes actionable 'what-if' pathways: 'If student attends upcoming lab sessions and submits Assignment 3 on time, projected DVI falls from 74 to 48, averting academic probation.'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✔ Closed-Loop Intervention Tracking: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Enables mentors to log in-person meetings or support referrals in 30 seconds, automatically tracking post-intervention recovery velocity via a dual-threshold hysteresis state machine.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5. INNOVATION / UNIQUE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Four Algorithmic Breakthroughs in Student Drift Detection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Moving beyond simple heuristics to production-grade, mathematically defensible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1. Personal Baselines &amp; EWMA Smoothing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Instead of rigid cutoffs, Tripwire calibrates a student's personal baseline over initial telemetry. It applies Exponentially Weighted Moving Average (EWMA, alpha=0.35) temporal smoothing: S_t = alpha*X_t + (1-alpha)*S_{t-1}. Transient illnesses produce zero false alarms, while sustained 2-week decay triggers immediate triage.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7063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2. Bayesian Cold-Start Prior Blending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Solves the first-year or transfer student 'blank slate' problem. For students with &lt; 3 weeks of historical data, Tripwire blends individual data with cohort medians using Bayesian priors: Effective_Baseline = w*Student_Base + (1-w)*Cohort_Median. Eliminates early-semester blindspots.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0507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3. Approved Duty-Leave Mathematical Masking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Unlike standard ERPs that record duty leaves as unexcused absences until manual end-of-term audit, Tripwire ingests approved leaves directly from the ERP. Verified medical/hackathon dates are mathematically excluded from drift penalties. Campus achievers are never penalized.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23951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4. Actionable Counterfactual Explainability (XAI)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Grounded in Wachter et al. (2017) counterfactual theory: x* = argmin d(x, x') s.t. f(x') &lt; threshold. Tripwire computes the minimal feasible behavioral changes required to clear the alert, giving faculty mentors hopeful, constructive guidance instead of punitive warnings.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6. SYSTEM /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How Tripwire Integrates with College ERP Infrastructure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 lightweight, high-speed telemetry pipeline connecting institutional databases to mentor decision support.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EA5E9"/>
                </a:solidFill>
              </a:defRPr>
            </a:pPr>
            <a:r>
              <a:t>COLLEGE ERP DATA LAYER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Standard College ERP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(ETLAB / Linways / SIS)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Daily Period Attendance (1–6)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Assignment Submission Logs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LMS Activity Counters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Approved Medical Leaves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r>
              <a:t>INGESTION &amp; PERSISTENCE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Tripwire Database Engine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SQLAlchemy ORM + SQLite/PG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Indexed Student Telemetry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Attendance Register State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Leave Record Cache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Historical DVI Timeseries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56032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PREDICTIVE DVI ENGINE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FastAPI Python Core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NumPy Matrix Computation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EWMA Temporal Smoother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Bayesian Cold-Start Prior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Approved Leave Masker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Counterfactual Generator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463040"/>
            <a:ext cx="246888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FACULTY ADVISOR COCKPIT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React 18 + Vite Web Client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Interactive Glassmorphism UI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Real-Time Risk Radar Feed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One-Click Batch Register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DVI Radial Gauges &amp; Alerts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br/>
            <a:r>
              <a:t>• Closed-Loop Intervention 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7.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High-Throughput ASGI Backend &amp; Modern Reactive Client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Selected for sub-10ms calculation velocity, reliability, and zero deployment friction.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BACKEND API FRAMEWORK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FastAPI (Python 3.11)</a:t>
            </a:r>
          </a:p>
          <a:p>
            <a:br/>
            <a:pPr>
              <a:defRPr sz="1000">
                <a:solidFill>
                  <a:srgbClr val="94A3B8"/>
                </a:solidFill>
              </a:defRPr>
            </a:pPr>
            <a:r>
              <a:t>Asynchronous ASGI concurrency, automatic OpenAPI documentation, strict Pydantic v2 schema validation, OAuth2 JWT stateless authentication, sub-10ms endpoint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MATHEMATICAL ENGINE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NumPy &amp; Custom Analytical Core</a:t>
            </a:r>
          </a:p>
          <a:p>
            <a:br/>
            <a:pPr>
              <a:defRPr sz="1000">
                <a:solidFill>
                  <a:srgbClr val="94A3B8"/>
                </a:solidFill>
              </a:defRPr>
            </a:pPr>
            <a:r>
              <a:t>Vectorized array processing for EWMA smoothing, Bayesian prior calculations, and counterfactual simulation. Computes full cohort DVI scores across 50 students in &lt; 200ms.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7764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PERSISTENCE &amp; ORM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SQLAlchemy 2.0 &amp; SQLite / PostgreSQL</a:t>
            </a:r>
          </a:p>
          <a:p>
            <a:br/>
            <a:pPr>
              <a:defRPr sz="1000">
                <a:solidFill>
                  <a:srgbClr val="94A3B8"/>
                </a:solidFill>
              </a:defRPr>
            </a:pPr>
            <a:r>
              <a:t>Relational ACID compliance, optimized indexed queries for multi-period student attendance records, clean migration path to enterprise PostgreSQL clusters.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40480"/>
            <a:ext cx="52578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977640"/>
            <a:ext cx="4800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FRONTEND INTERFACE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React 18, Vite &amp; Recharts</a:t>
            </a:r>
          </a:p>
          <a:p>
            <a:br/>
            <a:pPr>
              <a:defRPr sz="1000">
                <a:solidFill>
                  <a:srgbClr val="94A3B8"/>
                </a:solidFill>
              </a:defRPr>
            </a:pPr>
            <a:r>
              <a:t>Sub-second Hot Module Replacement (HMR), SVG radial gauge rendering, Lucide Icons, responsive layout, Axios interceptors with automatic JWT auth management.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8. WORKING PROTOTYPE: FACULTY RISK RADAR &amp; COHORT HEATMAP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Interface 1: Live Dashboard Visualizing Student Behavioral Distribution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Live screenshot from the running Tripwire web application.</a:t>
            </a:r>
          </a:p>
        </p:txBody>
      </p:sp>
      <p:pic>
        <p:nvPicPr>
          <p:cNvPr id="5" name="Picture 4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463040"/>
            <a:ext cx="3657600" cy="43891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64592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INTERFACE: Risk Radar Dashboard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Cohort Heatmap: Visualizes 50 students categorized into 7 behavioral archetypes (Normal, Slow Decline, Rapid Decline, Monitoring, Recovery, etc.).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Triaged Alert Queue: Surfaces active alerts prioritized by drift velocity rather than static grades.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Real-Time Metrics: Displays cohort average attendance, submission delays, and high-risk flags at a glance.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Zero Guesswork: Faculty immediately see which students need support right now, without sifting through spreadsheets.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8. WORKING PROTOTYPE: BATCH ATTENDANCE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Interface 2: One-Click Classroom Telemetry Recording with Reliable Persistence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Live screenshot of the Batch Attendance Register modal with date, period, and status buttons.</a:t>
            </a:r>
          </a:p>
        </p:txBody>
      </p:sp>
      <p:pic>
        <p:nvPicPr>
          <p:cNvPr id="5" name="Picture 4" descr="04_batch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463040"/>
            <a:ext cx="3657600" cy="43891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64592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INTERFACE: Batch Register Modal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Classroom Cohort View: Mark daily attendance across Present (P), Absent (A), Late (L), and Excused (E) in seconds.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Period &amp; Date Navigation: Select Periods 1–6 with morning period tracking for anomaly detection.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Database State Persistence: Reopening the modal or changing dates automatically loads saved attendance records—eliminating fresh resets.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Immediate Velocity Recalculation: Submitting attendance instantly re-evaluates DVI scores across all students in under 200ms.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8. WORKING PROTOTYPE: STUDENT PROFILE &amp; COUNTERFACTUAL XAI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Interface 3: Deep Behavioral Analytics &amp; 'What-If' Guidance for Rahul (CSE24001)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Live screenshot of Rahul's profile with DVI radial gauge, component waterfall, and recovery targets.</a:t>
            </a:r>
          </a:p>
        </p:txBody>
      </p:sp>
      <p:pic>
        <p:nvPicPr>
          <p:cNvPr id="5" name="Picture 4" descr="05_student_profile_rah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463040"/>
            <a:ext cx="3657600" cy="43891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64592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INTERFACE: Explainable Profile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DVI Radial Gauge: Displays real-time drift score (74 High Risk) with velocity indicator.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Multi-Vector Attribution: Explicitly breaks down risk origin (28 pts from attendance drop, 30 pts from submission latency, 16 pts from LMS).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Actionable Counterfactual: Generates specific guidance: 'Submitting Assignment 3 and attending upcoming labs drops DVI by 28 points to 46 (Safe zone).'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Human-Centric Mentoring: Transforms data from punitive labels into positive, constructive student check-in conversations.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8. WORKING PROTOTYPE: CLOSED-LOOP INTERVENTION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Interface 4: Logging Advisor Consultations, Outcomes &amp; Hysteresis Recovery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Live screenshot of the Faculty Interventions Log &amp; Recovery Monitoring pipeline.</a:t>
            </a:r>
          </a:p>
        </p:txBody>
      </p:sp>
      <p:pic>
        <p:nvPicPr>
          <p:cNvPr id="5" name="Picture 4" descr="06_interven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463040"/>
            <a:ext cx="3657600" cy="43891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645920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INTERFACE: Intervention Log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Structured Consultation Logging: Records in-person meetings, phone check-ins, or academic referrals in 30 seconds.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Root Cause Identification: Flags whether the distress was academic difficulty, personal difficulty, or health-related.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Hysteresis Recovery Monitoring: Alert clears only when student's DVI drops below 50, preventing alert oscillation.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✔ Institutional Accountability: Provides deans with verified audit trails of proactive faculty mentorship.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9. IMPACT &amp; USEFULNESS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Measurable Retention ROI, Academic Equity &amp; Privacy Safeguards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Quantified institutional impact engineered with ethical AI principles.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366F1"/>
                </a:solidFill>
              </a:defRPr>
            </a:pPr>
            <a:r>
              <a:t>21–28 Days Earlier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LEAD TIME ADVANTAGE</a:t>
            </a:r>
          </a:p>
          <a:p>
            <a:br/>
            <a:pPr>
              <a:defRPr sz="950">
                <a:solidFill>
                  <a:srgbClr val="94A3B8"/>
                </a:solidFill>
              </a:defRPr>
            </a:pPr>
            <a:r>
              <a:t>Detects micro-drift in 14-day rolling windows rather than waiting 90 days for midterms or end-of-term hall ticket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290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00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EA5E9"/>
                </a:solidFill>
              </a:defRPr>
            </a:pPr>
            <a:r>
              <a:t>85% Reduction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FACULTY TRIAGE OVERHEAD</a:t>
            </a:r>
          </a:p>
          <a:p>
            <a:br/>
            <a:pPr>
              <a:defRPr sz="950">
                <a:solidFill>
                  <a:srgbClr val="94A3B8"/>
                </a:solidFill>
              </a:defRPr>
            </a:pPr>
            <a:r>
              <a:t>Automated velocity scoring highlights the top 5 at-risk students out of 100 in less than 10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290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002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</a:defRPr>
            </a:pPr>
            <a:r>
              <a:t>15–20% Reduction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AVOIDABLE DEBARMENTS</a:t>
            </a:r>
          </a:p>
          <a:p>
            <a:br/>
            <a:pPr>
              <a:defRPr sz="950">
                <a:solidFill>
                  <a:srgbClr val="94A3B8"/>
                </a:solidFill>
              </a:defRPr>
            </a:pPr>
            <a:r>
              <a:t>Early velocity check-ins prevent students from sliding past the non-recoverable 75% university attendance threshold.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34290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59E0B"/>
                </a:solidFill>
              </a:defRPr>
            </a:pPr>
            <a:r>
              <a:t>Zero Student Stigma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DIGNITY-PRESERVING SAFETY NET</a:t>
            </a:r>
          </a:p>
          <a:p>
            <a:br/>
            <a:pPr>
              <a:defRPr sz="950">
                <a:solidFill>
                  <a:srgbClr val="94A3B8"/>
                </a:solidFill>
              </a:defRPr>
            </a:pPr>
            <a:r>
              <a:t>Alerts are strictly private to designated mentors. Students are never shown a demoralizing public 'High Risk' badge.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840480"/>
            <a:ext cx="34290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97764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EF4444"/>
                </a:solidFill>
              </a:defRPr>
            </a:pPr>
            <a:r>
              <a:t>Excused Leave Protection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FAIRNESS &amp; EQUITY</a:t>
            </a:r>
          </a:p>
          <a:p>
            <a:br/>
            <a:pPr>
              <a:defRPr sz="950">
                <a:solidFill>
                  <a:srgbClr val="94A3B8"/>
                </a:solidFill>
              </a:defRPr>
            </a:pPr>
            <a:r>
              <a:t>Approved medical and duty leaves in the ERP are mathematically masked from penalties, protecting student ambassadors.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3840480"/>
            <a:ext cx="3429000" cy="219456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97764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Privacy by Design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OPERATIONAL TELEMETRY ONLY</a:t>
            </a:r>
          </a:p>
          <a:p>
            <a:br/>
            <a:pPr>
              <a:defRPr sz="950">
                <a:solidFill>
                  <a:srgbClr val="94A3B8"/>
                </a:solidFill>
              </a:defRPr>
            </a:pPr>
            <a:r>
              <a:t>Uses coarse institutional metadata already in the ERP (attendance, timestamps, clicks). Zero invasive webcams or screen tracking.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10. FUTURE SCOPE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From Campus Prototype to Standard College ERP Plug-In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 clear 3-phase commercialization and technical expansion 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Phase 1: Delivered Prototype</a:t>
            </a:r>
          </a:p>
          <a:p>
            <a:pPr>
              <a:defRPr sz="1000" i="1">
                <a:solidFill>
                  <a:srgbClr val="94A3B8"/>
                </a:solidFill>
              </a:defRPr>
            </a:pPr>
            <a:r>
              <a:t>Current Hackathon Release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Full DVI multi-vector analytical engine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EWMA temporal noise smoothing (alpha=0.35)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Classroom batch attendance register with persistence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Actionable counterfactual explainability module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Closed-loop mentor intervention &amp; recovery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2900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Phase 2: Native ERP Connectors</a:t>
            </a:r>
          </a:p>
          <a:p>
            <a:pPr>
              <a:defRPr sz="1000" i="1">
                <a:solidFill>
                  <a:srgbClr val="94A3B8"/>
                </a:solidFill>
              </a:defRPr>
            </a:pPr>
            <a:r>
              <a:t>Next 3 Months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Native plug-in connectors for ETLAB, Linways &amp; CampusCare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LTI 1.3 standard compliance for Canvas &amp; Moodle LMS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Generative AI Mentor Outreach Copilot (Google Gemini API) to auto-draft personalized check-in emails in 1 click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Automated WhatsApp &amp; SMS alert dispatches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29000" cy="466344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45920"/>
            <a:ext cx="3063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Phase 3: Enterprise &amp; State Scale</a:t>
            </a:r>
          </a:p>
          <a:p>
            <a:pPr>
              <a:defRPr sz="1000" i="1">
                <a:solidFill>
                  <a:srgbClr val="94A3B8"/>
                </a:solidFill>
              </a:defRPr>
            </a:pPr>
            <a:r>
              <a:t>Next 6–12 Months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Cross-semester longitudinal retention modeling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Departmental resource allocation &amp; workload prediction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State-wide technical university deployment across KTU colleges</a:t>
            </a:r>
          </a:p>
          <a:p>
            <a:br/>
            <a:pPr>
              <a:defRPr sz="950">
                <a:solidFill>
                  <a:srgbClr val="F8FAFC"/>
                </a:solidFill>
              </a:defRPr>
            </a:pPr>
            <a:r>
              <a:t>• Federated privacy-preserving machine learning models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CONCLUSION &amp; JUDGE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Why Tripwire is the Winning Educational AI Innovation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Cheat-sheet answering the toughest judge questions with technical precision.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366F1"/>
                </a:solidFill>
              </a:defRPr>
            </a:pPr>
            <a:r>
              <a:t>Q: "Why integrate with college ERPs like ETLAB instead of replacing them?"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A: Colleges have years of financial and institutional lock-in with ERPs like ETLAB. By sitting as an intelligent predictive plug-in rather than a disruptive replacement, Tripwire achieves zero-friction institutional adoption.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7063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</a:defRPr>
            </a:pPr>
            <a:r>
              <a:t>Q: "Why is personal velocity better than a static 75% cutoff?"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A: Static cutoffs trigger alarms when it's already too late to recover. A student dropping from 98% to 76% in 2 weeks represents an acute crisis that static rules ignore until they cross 75%. Relative velocity catches the fire early.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0507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Q: "What prevents false alerts when a student catches the flu for 2 days?"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A: Our EWMA noise-smoothing filter (alpha=0.35) mathematically suppresses transient shocks. An alert strictly requires sustained multi-week decline across multiple operational dimensions before firing.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728655" cy="1115568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239512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Q: "How does Tripwire protect student mental health and dignity?"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A: Tripwire never shows students a demoralizing public 'At-Risk' label. Alerts are private advisory signals for mentors, paired with constructive counterfactual pathways ('attending 3 labs clears the alert') rather than punitive condemnation.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